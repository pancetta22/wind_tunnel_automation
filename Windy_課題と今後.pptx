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" cy="155448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風洞実験自動化システム（Windy）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8F0"/>
                </a:solidFill>
              </a:rPr>
              <a:t>現状の課題・原因分析・今後の方針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B6D8"/>
                </a:solidFill>
              </a:rPr>
              <a:t>Leptrino 6軸力センサ × ロータリーステージ × 差圧風速計  /  MATLAB自動計測 + Python後処理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97C0"/>
                </a:solidFill>
              </a:rPr>
              <a:t>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背景：自動化後、結果が過去データと系統的にずれた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532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EB4"/>
                </a:solidFill>
              </a:rPr>
              <a:t>システム概要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旧来の手動計測を MATLAB で自動化</a:t>
            </a:r>
          </a:p>
          <a:p>
            <a:pPr lvl="1"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</a:rPr>
              <a:t>・ 力: Leptrino 6軸センサ（自作 leptrino_server.py で取得）</a:t>
            </a:r>
          </a:p>
          <a:p>
            <a:pPr lvl="1"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</a:rPr>
              <a:t>・ 迎角: QT-ADL1 ロータリーステージ</a:t>
            </a:r>
          </a:p>
          <a:p>
            <a:pPr lvl="1"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</a:rPr>
              <a:t>・ 風速: 差圧センサ電圧 → 風速（make_windspeed.py）</a:t>
            </a:r>
          </a:p>
          <a:p>
            <a:pPr lvl="1"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</a:rPr>
              <a:t>・ 後処理: calc_force.py で空力係数 Cl, Cd, Cm を算出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960120"/>
            <a:ext cx="5715000" cy="2377440"/>
          </a:xfrm>
          <a:prstGeom prst="rect">
            <a:avLst/>
          </a:prstGeom>
          <a:solidFill>
            <a:srgbClr val="FDE8E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問題の発端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自動化システムの計測結果が、過去の手動計測と</a:t>
            </a:r>
          </a:p>
          <a:p>
            <a:pPr lvl="1">
              <a:spcBef>
                <a:spcPts val="500"/>
              </a:spcBef>
            </a:pPr>
            <a:r>
              <a:rPr sz="1100" b="1">
                <a:solidFill>
                  <a:srgbClr val="C0392B"/>
                </a:solidFill>
              </a:rPr>
              <a:t>・ 系統的に一致しない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同一の NACA0012 剛体翼・同一機材のはず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揚力係数 Cl が過去比で大きく出る／Cm がほぼ0だった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114300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調査の進め方：症状を分解 → 容疑者を1つずつ実測で潰す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0">
                <a:solidFill>
                  <a:srgbClr val="1A1A2E"/>
                </a:solidFill>
              </a:rPr>
              <a:t>■ 「処理・較正・センサ読み込み・物理」のどこに原因があるかを、データと実測で切り分け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A1A2E"/>
                </a:solidFill>
              </a:rPr>
              <a:t>■ 付随して見つかった複数のバグ・不整合は順次修正（次ページ）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C0392B"/>
                </a:solidFill>
              </a:rPr>
              <a:t>■ 最終的に1つの未解決の核心的問題（揚力 Fy の系統的増幅）に収束した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これまでに解決・対応した問題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02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調査の過程で発見・修正したバグと不整合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329184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6984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698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内容（問題）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0698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106984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状態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11430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472184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モーメント単位換算バグ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472184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Nm→gf10cm 換算が /10（誤）→ Cm が 100倍小さく算出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472184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係数を *10 に修正。全実験フォルダの calc_force.py に適用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27080" y="1645920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27080" y="1645920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03704"/>
            <a:ext cx="11430000" cy="786384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258568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plot_PM 添字ハードコード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258568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max_angle=20 固定で 30°計測時にグラフ破綻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58568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データ長から動的に算出するよう修正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27080" y="2432304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27080" y="2432304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90088"/>
            <a:ext cx="11430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044952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グラフ表示範囲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44952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±20° 固定で 30°まで描画されない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044952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全 calc_force.py を ±30° に統一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27080" y="3218688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27080" y="3218688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76472"/>
            <a:ext cx="11430000" cy="786384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831336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ステージ原点のズレ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831336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ORIGIN_PULSE=11250 で過去(11025)と迎角基準が不一致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83133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11025 に戻し、過去実験と整合。NACA0012 の α₀≈0 を基準化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27080" y="4005072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27080" y="4005072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62856"/>
            <a:ext cx="11430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617720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ゼロ揚力角の手動管理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617720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取付角ドリフトの確認・補正が手作業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617720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calc_force.py に α₀ 自動レポート＋次回 ORIGIN_PULSE 推奨値を追加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0" y="4791456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27080" y="4791456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49240"/>
            <a:ext cx="11430000" cy="786384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5404104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76C"/>
                </a:solidFill>
              </a:rPr>
              <a:t>リポジトリの重複・残骸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404104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「 2」重複ファイル、追跡されたテスト出力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404104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重複3件を削除、pressure_data.csv を追跡解除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27080" y="5577840"/>
            <a:ext cx="749808" cy="292608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27080" y="5577840"/>
            <a:ext cx="7498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解決済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未解決の核心的問題：揚力 Fy の系統的な増幅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02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壁補正前の揚力傾斜が過去比 1.29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6235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症状：揚力傾斜 dCl/dα が新旧で系統的に違う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>
                <a:solidFill>
                  <a:srgbClr val="217A3C"/>
                </a:solidFill>
              </a:rPr>
              <a:t>■ 旧 4実験：3.73〜3.77 /rad に集中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C0392B"/>
                </a:solidFill>
              </a:rPr>
              <a:t>■ 新 2実験：4.86〜4.89 /rad に集中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C0392B"/>
                </a:solidFill>
              </a:rPr>
              <a:t>■ 比 ≈ 1.29 倍</a:t>
            </a:r>
          </a:p>
          <a:p>
            <a:pPr lvl="1">
              <a:spcBef>
                <a:spcPts val="500"/>
              </a:spcBef>
            </a:pPr>
            <a:r>
              <a:rPr sz="1150" b="0">
                <a:solidFill>
                  <a:srgbClr val="1A1A2E"/>
                </a:solidFill>
              </a:rPr>
              <a:t>・ 各システム内では完全に再現性あり</a:t>
            </a:r>
          </a:p>
          <a:p>
            <a:pPr lvl="1">
              <a:spcBef>
                <a:spcPts val="500"/>
              </a:spcBef>
            </a:pPr>
            <a:r>
              <a:rPr sz="1150" b="0">
                <a:solidFill>
                  <a:srgbClr val="1A1A2E"/>
                </a:solidFill>
              </a:rPr>
              <a:t>・ → ランダム誤差でなく系統的な較正定数差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623560" cy="274320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6D00"/>
                </a:solidFill>
              </a:rPr>
              <a:t>なぜ「物理的におかしい」と言えるか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</a:rPr>
              <a:t>■ 同一 NACA0012 翼・近いレイノルズ数（16万 vs 15万）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</a:rPr>
              <a:t>■ 同一翼なら dCl/dα は固定値のはず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</a:rPr>
              <a:t>■ Cl は無次元化済 → 風速差ではキャンセルされる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C0392B"/>
                </a:solidFill>
              </a:rPr>
              <a:t>■ なのに 1.29 倍 = どこかに較正定数の不一致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1430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派生する影響（すべて Fy 増幅に起因）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揚力 Cl：過去比 約1.29倍（最大の症状）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抗力 Cd：中〜高迎角で水増し（D=−Fx·cosα−Fy·sinα の Fy項に混入。α=15°で抗力の約44%が偽）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17A3C"/>
                </a:solidFill>
              </a:rPr>
              <a:t>■ Cm がほぼ0 だった件：別原因（モーメント単位バグ）で、これは解決済み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5A6A85"/>
                </a:solidFill>
              </a:rPr>
              <a:t>■ 取付角 α₀ のズレ（旧0.68°→新1.45°）：別系統の問題（ステージ原点）で対応の考え方は確立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診断：重心補正前の生6力を分解 → Fy 一点に収束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02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風速差(q)を補正した「力そのもの」のスケール（新/旧）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583680" cy="329184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698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0698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スケール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0698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信頼度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69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6583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490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Fy（揚力）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4904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1.29×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高 r=0.999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4904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増幅（本体）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74520"/>
            <a:ext cx="6583680" cy="457200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Fz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9476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1.23×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9476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9476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85"/>
                </a:solidFill>
              </a:rPr>
              <a:t>微小側力＝ノイズ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6583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4048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Mx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4048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1.29×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4048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高 r=0.999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4048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85"/>
                </a:solidFill>
              </a:rPr>
              <a:t>= Fy×アーム(13cm)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88920"/>
            <a:ext cx="6583680" cy="457200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8620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17A3C"/>
                </a:solidFill>
              </a:rPr>
              <a:t>Fx（抗力）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8620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17A3C"/>
                </a:solidFill>
              </a:rPr>
              <a:t>1.07×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8620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高 r=0.998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7A3C"/>
                </a:solidFill>
              </a:rPr>
              <a:t>ほぼ正常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46120"/>
            <a:ext cx="6583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17A3C"/>
                </a:solidFill>
              </a:rPr>
              <a:t>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33192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17A3C"/>
                </a:solidFill>
              </a:rPr>
              <a:t>1.07×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3192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高 r=0.998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3192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7A3C"/>
                </a:solidFill>
              </a:rPr>
              <a:t>ほぼ正常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03320"/>
            <a:ext cx="6583680" cy="457200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776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Mz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7764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6A85"/>
                </a:solidFill>
              </a:rPr>
              <a:t>0.86×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7764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低 r=0.68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7764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85"/>
                </a:solidFill>
              </a:rPr>
              <a:t>ほぼ0・ノイズ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1051560"/>
            <a:ext cx="4617720" cy="3200400"/>
          </a:xfrm>
          <a:prstGeom prst="rect">
            <a:avLst/>
          </a:prstGeom>
          <a:solidFill>
            <a:srgbClr val="FDE8E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0" y="1143000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結論：すべて『揚力 Fy 1.29倍』に集約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691640"/>
            <a:ext cx="4343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 b="0">
                <a:solidFill>
                  <a:srgbClr val="1A1A2E"/>
                </a:solidFill>
              </a:rPr>
              <a:t>■ Mx は Fy×アーム（新旧でアーム長 0.130m 一致）→ Fy の継承</a:t>
            </a:r>
          </a:p>
          <a:p>
            <a:pPr>
              <a:spcBef>
                <a:spcPts val="700"/>
              </a:spcBef>
            </a:pPr>
            <a:r>
              <a:rPr sz="1250" b="0">
                <a:solidFill>
                  <a:srgbClr val="1A1A2E"/>
                </a:solidFill>
              </a:rPr>
              <a:t>■ Fz・Mz はほぼ0の微小量でノイズ（倍率に意味なし）</a:t>
            </a:r>
          </a:p>
          <a:p>
            <a:pPr>
              <a:spcBef>
                <a:spcPts val="700"/>
              </a:spcBef>
            </a:pPr>
            <a:r>
              <a:rPr sz="1250" b="0">
                <a:solidFill>
                  <a:srgbClr val="217A3C"/>
                </a:solidFill>
              </a:rPr>
              <a:t>■ Fx・My（抗力方向）は正常</a:t>
            </a:r>
          </a:p>
          <a:p>
            <a:pPr>
              <a:spcBef>
                <a:spcPts val="700"/>
              </a:spcBef>
            </a:pPr>
            <a:r>
              <a:rPr sz="1250" b="0">
                <a:solidFill>
                  <a:srgbClr val="1A1A2E"/>
                </a:solidFill>
              </a:rPr>
              <a:t>■ 抗力にも Fy が sinα で混入（自己整合）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C0392B"/>
                </a:solidFill>
              </a:rPr>
              <a:t>■ → 独立した異常は Fy ただ一つ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97680"/>
            <a:ext cx="6583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38912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重要：揚力(Fy)は水平方向、重量(Fz)は鉛直方向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754880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1A1A2E"/>
                </a:solidFill>
              </a:rPr>
              <a:t>■ 翼は鉛直軸まわりに回転 → 重量26NはFz軸（鉛直）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A1A2E"/>
                </a:solidFill>
              </a:rPr>
              <a:t>■ 揚力は水平面内 → Fy軸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0392B"/>
                </a:solidFill>
              </a:rPr>
              <a:t>■ おもり(鉛直)で検証したのは Fz軸。Fy軸は未検証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切り分け：処理・較正・読み込みは『シロ』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02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実測・コード照合で1つずつ除外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力センサ（静荷重）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143000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143000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Fz軸は正確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0876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既知おもりを 0.25% 精度で正しく計測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1247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差圧電圧 mV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1143000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52760" y="1143000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読み取りOK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50876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自動取得値が手動読みと一致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風速計算式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350008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35000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式は同一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27157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旧Excel と make_windspeed.py が小数8桁まで一致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58568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気温・気圧 → 空気密度ρ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52760" y="2350008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52760" y="235000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無関係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7157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ρは q=0.5ρU²S で打ち消され Cl に効かない（実証）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65576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35387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力→係数 後処理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3557016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3557016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処理同一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92277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calc_force.py の較正行列・換算が新旧バイト一致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465576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35387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迎角の正しさ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3557016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52760" y="3557016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角度OK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392277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失速角が新旧で整合（角度スケール誤差なし）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72584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47457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揚抗力の三角関数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4764024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4764024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問題なし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129784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壁補正前の幾何迎角を使用（正しい）。生Fyより下流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672584"/>
            <a:ext cx="5577840" cy="1078992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47457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✓ データロガー変換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4764024"/>
            <a:ext cx="1051560" cy="2743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52760" y="4764024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差分なし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129784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定格/10000 換算・軸順・ヘッダが新旧同一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C"/>
                </a:solidFill>
              </a:rPr>
              <a:t>→ 自動化の数値処理・センサ読み込み・較正に、Fy を選択的にずらすバグは発見されず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残る容疑と解決法の模索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02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Fy だけが・高プリロード下で・乗法的に増幅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623560" cy="324612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6D00"/>
                </a:solidFill>
              </a:rPr>
              <a:t>容疑① 軸間干渉（最有力）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0">
                <a:solidFill>
                  <a:srgbClr val="217A3C"/>
                </a:solidFill>
              </a:rPr>
              <a:t>■ 旧ロガー：計測前にタレ（ゼロ点）→ センサはゼロ付近で動作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C0392B"/>
                </a:solidFill>
              </a:rPr>
              <a:t>■ 新システム：タレ無し → Fz=−26N（定格30Nの87%）で常時動作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0392B"/>
                </a:solidFill>
              </a:rPr>
              <a:t>■ 大きな Fz プリロードが Fy のゲインを変化させる</a:t>
            </a:r>
          </a:p>
          <a:p>
            <a:pPr lvl="1">
              <a:spcBef>
                <a:spcPts val="600"/>
              </a:spcBef>
            </a:pPr>
            <a:r>
              <a:rPr sz="1050" b="0">
                <a:solidFill>
                  <a:srgbClr val="5A6A85"/>
                </a:solidFill>
              </a:rPr>
              <a:t>・ （6軸センサの combined-loading interference）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</a:rPr>
              <a:t>■ ゲイン変化は乗法的 → Pofst 減算で消えない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</a:rPr>
              <a:t>■ 観測（Fy増幅・Fx正常・Fzで検証済）と機構的に整合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6235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EB4"/>
                </a:solidFill>
              </a:rPr>
              <a:t>容疑② 物理マウントのたわみ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揚力（横荷重）下で支持系・スティングがたわむ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実効迎角が荷重に応じて増える → 揚力方向に集中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剛体翼でも支持系の剛性差なら起こり得る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新リグの結合・剛性が旧と異なる可能性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A6A85"/>
                </a:solidFill>
              </a:rPr>
              <a:t>補足：ソフト的タレは結果を変えない（Pofst減算で相殺）→ 物理対策が必要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solidFill>
            <a:srgbClr val="D6E8F7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決定的な切り分け実験：Fy 軸 水平荷重テスト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64608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①翼装着(Fz≈−26N)で Fy 方向に既知荷重 → 1.29倍出れば「Fy軸ゲイン/干渉」確定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②翼を外し Fz≈0 で同荷重 → 正確なら「Fzプリロードによる干渉」が確定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217A3C"/>
                </a:solidFill>
              </a:rPr>
              <a:t>■ ツール: tare_measure.m（ゼロ点取得→相対6力表示）を実装済み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今後やること（ロードマップ）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8C8F0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41732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417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097280"/>
            <a:ext cx="9921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2070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実験室で Fy 軸 水平荷重テスト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プリロード有/無で実施。tare_measure.m を使用。最優先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61320" y="1399032"/>
            <a:ext cx="109728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61320" y="1399032"/>
            <a:ext cx="1097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次回実験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1417320" cy="914400"/>
          </a:xfrm>
          <a:prstGeom prst="rect">
            <a:avLst/>
          </a:prstGeom>
          <a:solidFill>
            <a:srgbClr val="D9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417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121408"/>
            <a:ext cx="9921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223113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6D00"/>
                </a:solidFill>
              </a:rPr>
              <a:t>原因の確定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624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①Fy軸ゲイン/軸間干渉 か ②物理マウント か を判定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423160"/>
            <a:ext cx="1097280" cy="310896"/>
          </a:xfrm>
          <a:prstGeom prst="rect">
            <a:avLst/>
          </a:prstGeom>
          <a:solidFill>
            <a:srgbClr val="D9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20" y="2423160"/>
            <a:ext cx="1097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テスト後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45536"/>
            <a:ext cx="1417320" cy="91440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145536"/>
            <a:ext cx="1417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3145536"/>
            <a:ext cx="9921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57400" y="32552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EB4"/>
                </a:solidFill>
              </a:rPr>
              <a:t>対策の実施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6484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干渉→カウンターウェイトで Fz プリロード低減／センサ再較正。たわみ→支持系の剛性向上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61320" y="3447288"/>
            <a:ext cx="1097280" cy="310896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3447288"/>
            <a:ext cx="1097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確定後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9664"/>
            <a:ext cx="1417320" cy="914400"/>
          </a:xfrm>
          <a:prstGeom prst="rect">
            <a:avLst/>
          </a:prstGeom>
          <a:solidFill>
            <a:srgbClr val="5A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169664"/>
            <a:ext cx="1417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19" y="4169664"/>
            <a:ext cx="9921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400" y="42793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6A85"/>
                </a:solidFill>
              </a:rPr>
              <a:t>（補助）ピトー管で風速の独立検証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6725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差圧タップ由来 U と直接比較し、動圧側の妥当性も確認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61320" y="4471416"/>
            <a:ext cx="1097280" cy="310896"/>
          </a:xfrm>
          <a:prstGeom prst="rect">
            <a:avLst/>
          </a:prstGeom>
          <a:solidFill>
            <a:srgbClr val="5A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4471416"/>
            <a:ext cx="1097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並行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93792"/>
            <a:ext cx="1417320" cy="91440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193792"/>
            <a:ext cx="1417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5193792"/>
            <a:ext cx="9921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57400" y="5303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A3C"/>
                </a:solidFill>
              </a:rPr>
              <a:t>全実験データの再処理・グラフ更新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96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原因解消後、過去・新データを統一条件で再算出し検証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20" y="5495544"/>
            <a:ext cx="1097280" cy="310896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61320" y="5495544"/>
            <a:ext cx="1097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最終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46304" cy="64008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515600" cy="1325880"/>
          </a:xfrm>
          <a:prstGeom prst="rect">
            <a:avLst/>
          </a:prstGeom>
          <a:solidFill>
            <a:srgbClr val="142A55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0">
                <a:solidFill>
                  <a:srgbClr val="FFFFFF"/>
                </a:solidFill>
              </a:rPr>
              <a:t>■ 付随する複数のバグ・不整合は修正済み（モーメント単位、グラフ範囲、ステージ原点、α₀レポート、整理）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FFD0C0"/>
                </a:solidFill>
              </a:rPr>
              <a:t>■ Cm≈0 や Cl の一部は解決。残る核心は『揚力 Fy が過去比 1.29倍』ただ一点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515600" cy="1325880"/>
          </a:xfrm>
          <a:prstGeom prst="rect">
            <a:avLst/>
          </a:prstGeom>
          <a:solidFill>
            <a:srgbClr val="142A55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0">
                <a:solidFill>
                  <a:srgbClr val="FFFFFF"/>
                </a:solidFill>
              </a:rPr>
              <a:t>■ 処理・較正・読み込みは網羅的に検証し『シロ』を確認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C8F0D8"/>
                </a:solidFill>
              </a:rPr>
              <a:t>■ 残る容疑は ①軸間干渉（タレ無し・Fz高プリロード）②物理マウントのたわみ の2系統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solidFill>
            <a:srgbClr val="2A1A10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6D00"/>
                </a:solidFill>
              </a:rPr>
              <a:t>次の一手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</a:rPr>
              <a:t>■ 実験室で Fy 軸 水平荷重テスト（プリロード有/無）→ 原因を確定 → 物理対策へ</a:t>
            </a:r>
          </a:p>
          <a:p>
            <a:pPr>
              <a:spcBef>
                <a:spcPts val="700"/>
              </a:spcBef>
            </a:pPr>
            <a:r>
              <a:rPr sz="1350" b="0">
                <a:solidFill>
                  <a:srgbClr val="F5D8B0"/>
                </a:solidFill>
              </a:rPr>
              <a:t>■ ツール tare_measure.m 実装済み。確定後に全データ再処理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1151</Words>
  <Application>Microsoft Macintosh PowerPoint</Application>
  <PresentationFormat>ユーザー設定</PresentationFormat>
  <Paragraphs>190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岡本　雄哉</cp:lastModifiedBy>
  <cp:revision>1</cp:revision>
  <dcterms:created xsi:type="dcterms:W3CDTF">2013-01-27T09:14:16Z</dcterms:created>
  <dcterms:modified xsi:type="dcterms:W3CDTF">2026-06-08T02:49:11Z</dcterms:modified>
  <cp:category/>
</cp:coreProperties>
</file>