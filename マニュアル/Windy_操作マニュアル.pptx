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Windy 風洞実験
自動計測システム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8C8F0"/>
                </a:solidFill>
              </a:rPr>
              <a:t>操作マニュアル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931920"/>
            <a:ext cx="7589520" cy="45720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931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run_experiment.m  |  MATLAB R2022a 以降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A1A2E"/>
                </a:solidFill>
              </a:rPr>
              <a:t>迎角ステージ制御・6軸センサ計測・デジボル計測を統合自動化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全体フロー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実験開始から結果グラフ出力まで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1540" y="1417320"/>
            <a:ext cx="1920240" cy="1463040"/>
          </a:xfrm>
          <a:prstGeom prst="rect">
            <a:avLst/>
          </a:prstGeom>
          <a:solidFill>
            <a:srgbClr val="D6EEDF"/>
          </a:solidFill>
          <a:ln w="2540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" y="1463040"/>
            <a:ext cx="347472" cy="34747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7260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7A3C"/>
                </a:solidFill>
              </a:rPr>
              <a:t>事前準備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config.json 設定
機器の接続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8356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2948" y="1417320"/>
            <a:ext cx="1920240" cy="1463040"/>
          </a:xfrm>
          <a:prstGeom prst="rect">
            <a:avLst/>
          </a:prstGeom>
          <a:solidFill>
            <a:srgbClr val="D6EEDF"/>
          </a:solidFill>
          <a:ln w="2540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8668" y="1463040"/>
            <a:ext cx="347472" cy="34747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8668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388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7A3C"/>
                </a:solidFill>
              </a:rPr>
              <a:t>スクリプト起動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4388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run_experiment を
MATLABで実行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9764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34356" y="1417320"/>
            <a:ext cx="1920240" cy="1463040"/>
          </a:xfrm>
          <a:prstGeom prst="rect">
            <a:avLst/>
          </a:prstGeom>
          <a:solidFill>
            <a:srgbClr val="D6EEDF"/>
          </a:solidFill>
          <a:ln w="2540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80076" y="1463040"/>
            <a:ext cx="347472" cy="34747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0076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5796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7A3C"/>
                </a:solidFill>
              </a:rPr>
              <a:t>実験情報を入力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5796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フォルダ名・気温気圧
最大迎角・開始フェーズ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1172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5764" y="1417320"/>
            <a:ext cx="1920240" cy="146304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1484" y="1463040"/>
            <a:ext cx="347472" cy="347472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1484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7204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6EB4"/>
                </a:solidFill>
              </a:rPr>
              <a:t>4フェーズ連続計測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204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Pofst→Mofst
→Pdata→Mdata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2580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7172" y="1417320"/>
            <a:ext cx="1920240" cy="146304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22892" y="1463040"/>
            <a:ext cx="347472" cy="347472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2892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612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6EB4"/>
                </a:solidFill>
              </a:rPr>
              <a:t>自動後処理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8612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windspeed.csv生成
空力係数グラフ出力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246120"/>
            <a:ext cx="1417320" cy="292608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27355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  👤 ユーザー操作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246120"/>
            <a:ext cx="1600200" cy="292608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327355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  ⚙ プログラム自動実行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03320"/>
            <a:ext cx="11457432" cy="256032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7947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⚙ 4フェーズとは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Pofst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正迎角・無風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0°→+1°→0°→…→+max°→0°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ゼロ点補正データ（風なし）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43250" y="4526280"/>
            <a:ext cx="201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DD"/>
                </a:solidFill>
              </a:rPr>
              <a:t>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44418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Mofst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4418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負迎角・無風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4418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0°→-1°→0°→…→-max°→0°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44418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ゼロ点補正データ（風なし）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4748" y="4526280"/>
            <a:ext cx="201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DD"/>
                </a:solidFill>
              </a:rPr>
              <a:t>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85916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Pdata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5916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正迎角・有風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85916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0°→+1°→0°→…→+max°→0°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85916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実験データ（風あり）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6246" y="4526280"/>
            <a:ext cx="201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DD"/>
                </a:solidFill>
              </a:rPr>
              <a:t>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27414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Mdata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7414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負迎角・有風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27414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0°→-1°→0°→…→-max°→0°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27414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実験データ（風あり）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① 事前準備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実験前に1回だけ確認する設定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212080" cy="36576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📄 config.json の設定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output_dir    : データ保存先のルートフォルダ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            例) "C:/Users/xxx/WindyData"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leptrino_port : Leptrino の COM ポート番号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qt_adl1_port  : 迎角ステージの COM ポート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r6441b_port   : デジボルの COM ポート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python_exe    : 32bit Python（計測用）のパス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python_exe_64 : 64bit Python（後処理用）のパス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calib_a / calib_b : 較正定数（通常変更不要）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960120"/>
            <a:ext cx="5943600" cy="36576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00584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🔌 機器の接続確認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252728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① Leptrino 6軸センサ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USB-RS232C 変換経由で PC に接続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② 迎角ステージ（QT-ADL1）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USB-RS232C 変換経由で PC に接続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③ R6441B デジボル（差圧センサ）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RS-232C で PC に接続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54880"/>
            <a:ext cx="11430000" cy="82296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6D00"/>
                </a:solidFill>
              </a:rPr>
              <a:t>⚠  注意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47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config.json の output_dir は "WindyData" のルートフォルダを指定（日付サブフォルダは含めない）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実験ごとに自動でサブフォルダが作成されます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② スクリプト起動 ＆ 実験情報の入力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MATLAB コマンドウィンドウで操作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30000" cy="7315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FD97F"/>
                </a:solidFill>
              </a:rPr>
              <a:t>&gt;&gt; run_experiment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実験フォルダ名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実験フォルダ名: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260605_rigid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WindyData の直下に作成されるフォルダ名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形式の例: 260605_rigid  /  260605_flex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使用不可文字:  / \ : * ? " &lt; &gt; |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7832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27832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7016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気温・気圧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7832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気温 [℃]: 
気圧 [mmHg]: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25.3
758.0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7832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9272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空気密度 ρ が自動計算される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水密度もKellの式で自動計算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全フェーズで共通（1回のみ入力）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9904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9904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最大迎角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9904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1344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最大迎角 [度, 1-30]: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30 ← Enter のみで 30°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9904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1344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1 〜 30 の整数で入力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344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入力した角度まで 1°刻みで計測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4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1フェーズあたり 2×max+1 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51976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1976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開始フェーズ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51976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43416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開始フェーズ [1-4]: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3416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1 ← Enter のみで Pofst から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51976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43416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通常は Enter（=1: Pofst から）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416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途中再開時は 2〜4 を選択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3416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1:Pofst  2:Mofst  3:Pdata  4:Mdata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入力後にプログラムが自動で行うこと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機器接続・フォルダ作成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2640" y="228600"/>
            <a:ext cx="1554480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2468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 プログラム自動実行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30000" cy="228600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自動処理の流れ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1.  迎角ステージ（QT-ADL1）に接続  →  ホームポジションへ自動復帰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2.  Leptrino 6軸センサの接続を確認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3.  R6441B デジボルに接続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4.  WindyMonitor（モニター画面）を起動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5.  experiment_log.json を保存（気温・気圧・空気密度など）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11430000" cy="324612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📁 自動作成されるフォルダ構造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8"/>
            <a:ext cx="111556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WindyData/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└── 260605_rigid/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    ├── data/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│   ├── 20260605_143022_260605_Pofst_01.00.csv   ← 6軸センサCSV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│   ├── 20260605_143022_260605_Pofst_01.00_volt_raw.csv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│   └──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├── 20260605_Pofst_volt_summary.csv      ← 差圧電圧サマリー（フェーズ毎）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├── 20260605_experiment_log.json          ← 気温・気圧・校正定数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├── windspeed.csv                         ← 後処理で自動生成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└── Cl.png / Cd.png / ...                ← 後処理で自動生成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各フェーズ開始時のユーザー操作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フェーズは Pofst→Mofst→Pdata→Mdata の順に自動進行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486400" cy="516636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👤 無風フェーズ（Pofst / Mofst）の確認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52120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2920" y="1344168"/>
            <a:ext cx="640080" cy="25603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441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3441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ブロワー停止の確認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36776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「ブロワーが停止していることを
確認してください。
Enter を押してください: 」
→ ブロワー停止を確認して Enter
※ Pofst の直前にのみ、差圧センサの
   電圧オフセットが自動計測されます
   （ユーザー操作不要）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5669280" cy="516636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005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👤 有風フェーズ（Pdata / Mdata）の確認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252728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63640" y="1344168"/>
            <a:ext cx="640080" cy="25603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3441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3441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ブロワー起動・風速安定待ち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636776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「ブロワーを起動し、風速が安定した
ことを確認してください。
Enter を押してください: 」
→ ブロワーを起動
→ 風速が安定するのを確認
→ Enter を押す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263640"/>
            <a:ext cx="11430000" cy="713232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6D00"/>
                </a:solidFill>
              </a:rPr>
              <a:t>⚠  有風フェーズのブロワー操作は 1回だけ（Pdata開始前のみ）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562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Mdata はそのまま風を出し続けた状態で自動継続されます。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Mdata 終了後のブロワー停止はユーザーが手動で行ってください。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1計測点ごとにプログラムが自動で行うこと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各迎角で繰り返される処理（例: 0°→+1°→0°→+2°→0°…）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2640" y="228600"/>
            <a:ext cx="1554480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2468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 プログラム自動実行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迎角ステージ移動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指定角度へステージを自動移動
位置が確定するまで待機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2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24912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2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振動収束待ち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ステージ停止後 {angle_settle_sec} 秒待機
（config.json の angle_settle_sec で設定）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2624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38344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8344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6軸センサ計測開始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leptrino_server.py を
バックグラウンドで起動
CSVへのストリーミング記録を開始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6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51776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7496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デジボル計測ループ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4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6軸センサが規定量に達するまで
R6441Bに繰り返しポーリング
差圧電圧を収集（~10サンプル/秒）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19488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65208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65208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データ保存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6軸センサCSV を確認
差圧電圧を volt_raw.csv に保存
volt_summary.csv に1行追記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43400"/>
            <a:ext cx="11430000" cy="192024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3891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モニター画面（WindyMonitor）の表示内容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36008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・現在の迎角 / 進捗バー（何点目/何点中）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・6軸センサの振動波形（直近0.5秒をオシロスコープ的に表示）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・差圧電圧のリアルタイム値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・ファイルサイズ進捗バー（6軸センサ計測の完了度を視覚化）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・「一時停止」ボタン → 押すと「再開」「停止」の2ボタンが現れる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エラー発生時の対処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計測中にエラーが起きても対話的に回復できる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30000" cy="1005840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⚠  エラー発生時 または「停止」ボタン押下時にプログラムが表示するメッセージ（例）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984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════════════════════════════════════════
  [エラー] 計測点 5/61 でエラーが発生しました
  フェーズ: Pdata  内容: Timeout reading from serial port
════════════════════════════════════════
どうしますか？  R: 再試行  S: スキップ  P: フェーズ再開  C: フェーズ選択  Q: 終了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2148840" cy="64008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再試行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この計測点をもう一度実行する
（機器の瞬間的なエラー時に使用）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6A0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2103120"/>
            <a:ext cx="2148840" cy="640080"/>
          </a:xfrm>
          <a:prstGeom prst="rect">
            <a:avLst/>
          </a:prstGeom>
          <a:solidFill>
            <a:srgbClr val="6A0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スキップ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この点を飛ばして次の計測点へ進む
（1点欠損でよい場合）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2148840" cy="640080"/>
          </a:xfrm>
          <a:prstGeom prst="rect">
            <a:avLst/>
          </a:prstGeom>
          <a:solidFill>
            <a:srgbClr val="D9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フェーズ
再開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このフェーズを最初からやり直す
部分データは自動削除される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80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2103120"/>
            <a:ext cx="2148840" cy="640080"/>
          </a:xfrm>
          <a:prstGeom prst="rect">
            <a:avLst/>
          </a:prstGeom>
          <a:solidFill>
            <a:srgbClr val="8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フェーズ
選択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やり直すフェーズ番号を選ぶ
（前のフェーズからやり直す場合）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80" y="2103120"/>
            <a:ext cx="214884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終了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実験を中止してプログラムを終了
機器の接続は自動でクリーンアップ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486400"/>
            <a:ext cx="11430000" cy="91440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5321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6D00"/>
                </a:solidFill>
              </a:rPr>
              <a:t>💡 フェーズ再開（P/C）時の部分データ自動削除について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77900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P または C でフェーズを最初からやり直す際、data/ フォルダ内の当該フェーズのファイルを自動削除してから再計測します。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後処理（calc_force.py）に余分なデータが混入することを防ぐためです。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全フェーズ完了後：自動後処理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make_windspeed.py → calc_force.py を順次実行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2640" y="228600"/>
            <a:ext cx="1554480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2468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 プログラム自動実行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30000" cy="182880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Step 1：windspeed.csv の生成（make_windspeed.py）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【初回のみ】post_process/venv/ に 64bit Python 仮想環境を自動作成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          requirements.txt から pandas / numpy / scipy 等を pip install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差圧電圧サマリー（Pdata / Mdata の volt_summary.csv）を読み込む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experiment_log.json から気温・気圧・校正定数を取得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各計測点の差圧電圧 → 動圧水柱高さ → 風速 U [m/s] を計算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windspeed.csv として実験フォルダに保存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11430000" cy="182880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Step 2：空力係数グラフの生成（calc_force.py）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18688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windspeed.csv と data/ 内の 6軸センサ CSV を読み込む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オフセット補正（Pofst / Mofst データを差し引き）を実施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Cl, Cd, Cm などの空力係数を迎角ごとに計算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グラフ（PNG）を実験フォルダに自動保存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11430000" cy="150876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👤 後処理完了後にユーザーがすること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84648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① WindyData/&lt;実験フォルダ&gt;/ を開いて Cl.png / Cd.png などを確認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② ブロワーを停止する（有風実験の場合）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③ 迎角ステージは自動でホームポジション（0°）に戻っています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492240"/>
            <a:ext cx="11430000" cy="77724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6D00"/>
                </a:solidFill>
              </a:rPr>
              <a:t>⚠  後処理がスキップされるケース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7848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4フェーズのいずれか volt_summary.csv が欠けている場合は後処理を自動スキップ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→ 欠けているフェーズを再実行するか、手動で後処理スクリプトを実行してください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まとめ：操作チートシート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実験当日に確認するポイント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52578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👤 ユーザーが入力・確認すること（全部で 7ステップ）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1.  run_experiment を実行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2.  実験フォルダ名を入力   例: 260605_rigid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3.  気温 [℃] を入力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4.  気圧 [mmHg] を入力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5.  最大迎角を入力   （Enter のみ → 30°）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6.  開始フェーズを選択   （Enter のみ → 1: Pofst から）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--- フェーズごとに ---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7a. 無風フェーズ → ブロワー停止確認 → Enter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（Pofst 直前のみ電圧オフセットが自動計測される、操作不要）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7b. 有風フェーズ → ブロワー起動・風速安定後 → 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960120"/>
            <a:ext cx="5669280" cy="525780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05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プログラムが自動でやること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52728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・機器（ステージ/センサ/デジボル）の接続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・フォルダ自動作成（WindyData/&lt;実験名&gt;/data/）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・各計測点：ステージ移動→センサ計測→デジボル計測→保存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・4フェーズを Pofst→Mofst→Pdata→Mdata の順に自動進行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・エラー時：R（再試行）/ S（スキップ）/ P（フェーズ再開）…を確認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・全完了後：windspeed.csv → 空力係数グラフを自動生成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Windy 風洞実験自動計測システム  —  操作マニュアル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