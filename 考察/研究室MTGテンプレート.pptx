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60" r:id="rId2"/>
    <p:sldId id="261" r:id="rId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640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D2F4A-A1D0-4349-B225-95238C6D63DD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98F2E-5B49-4C67-A82A-D243C55335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95342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F41D2A-547B-4640-978C-9A9F94E93D7C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BEFA6-9C16-4D76-BB21-DB07A347D5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59218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735982"/>
            <a:ext cx="7772400" cy="1832504"/>
          </a:xfrm>
          <a:prstGeom prst="rect">
            <a:avLst/>
          </a:prstGeom>
        </p:spPr>
        <p:txBody>
          <a:bodyPr anchor="b"/>
          <a:lstStyle>
            <a:lvl1pPr algn="ctr">
              <a:defRPr sz="4000"/>
            </a:lvl1pPr>
          </a:lstStyle>
          <a:p>
            <a:r>
              <a:rPr lang="ja-JP" altLang="en-US" dirty="0"/>
              <a:t>マスター タイトルの</a:t>
            </a:r>
            <a:br>
              <a:rPr lang="en-US" altLang="ja-JP" dirty="0"/>
            </a:br>
            <a:r>
              <a:rPr lang="ja-JP" altLang="en-US" dirty="0"/>
              <a:t>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114800"/>
            <a:ext cx="6858000" cy="1549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0FFAB-1449-48C7-8BD1-05D6B70D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6108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5788"/>
            <a:ext cx="7620000" cy="710141"/>
          </a:xfrm>
          <a:prstGeom prst="rect">
            <a:avLst/>
          </a:prstGeom>
        </p:spPr>
        <p:txBody>
          <a:bodyPr anchor="ctr"/>
          <a:lstStyle>
            <a:lvl1pPr>
              <a:defRPr sz="36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3" y="1066800"/>
            <a:ext cx="8534400" cy="5060883"/>
          </a:xfrm>
          <a:prstGeom prst="rect">
            <a:avLst/>
          </a:prstGeom>
        </p:spPr>
        <p:txBody>
          <a:bodyPr/>
          <a:lstStyle>
            <a:lvl2pPr marL="685800" indent="-228600">
              <a:buFont typeface="Wingdings" panose="05000000000000000000" pitchFamily="2" charset="2"/>
              <a:buChar char="ü"/>
              <a:defRPr/>
            </a:lvl2pPr>
            <a:lvl3pPr marL="1143000" indent="-228600">
              <a:buFont typeface="Wingdings" panose="05000000000000000000" pitchFamily="2" charset="2"/>
              <a:buChar char="Ø"/>
              <a:defRPr/>
            </a:lvl3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0FFAB-1449-48C7-8BD1-05D6B70D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-7" y="6206017"/>
            <a:ext cx="9144000" cy="72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tint val="66000"/>
                  <a:satMod val="160000"/>
                </a:schemeClr>
              </a:gs>
              <a:gs pos="50000">
                <a:schemeClr val="accent1">
                  <a:lumMod val="75000"/>
                  <a:tint val="44500"/>
                  <a:satMod val="160000"/>
                </a:schemeClr>
              </a:gs>
              <a:gs pos="100000">
                <a:schemeClr val="accent1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82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30288" y="6356351"/>
            <a:ext cx="2713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06161" y="6356351"/>
            <a:ext cx="1109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5130FFAB-1449-48C7-8BD1-05D6B70D271B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-7" y="956732"/>
            <a:ext cx="9144000" cy="72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tint val="66000"/>
                  <a:satMod val="160000"/>
                </a:schemeClr>
              </a:gs>
              <a:gs pos="50000">
                <a:schemeClr val="accent1">
                  <a:lumMod val="75000"/>
                  <a:tint val="44500"/>
                  <a:satMod val="160000"/>
                </a:schemeClr>
              </a:gs>
              <a:gs pos="100000">
                <a:schemeClr val="accent1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Picture 12" descr="http://www.aerospace.t.u-tokyo.ac.jp/overview/logo/utaeroastrologo001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976" y="66675"/>
            <a:ext cx="792000" cy="83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図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39159" y="6287400"/>
            <a:ext cx="2139502" cy="504000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4" y="6287400"/>
            <a:ext cx="1497028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65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タイトル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M1</a:t>
            </a:r>
            <a:r>
              <a:rPr kumimoji="1" lang="ja-JP" altLang="en-US"/>
              <a:t>　岡本雄哉</a:t>
            </a:r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6E0D3-C0AF-4CE8-A4BD-031FEF463A4F}" type="slidenum">
              <a:rPr kumimoji="1" lang="ja-JP" altLang="en-US" sz="2000" smtClean="0">
                <a:solidFill>
                  <a:schemeClr val="tx1"/>
                </a:solidFill>
              </a:rPr>
              <a:t>1</a:t>
            </a:fld>
            <a:endParaRPr kumimoji="1" lang="ja-JP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150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Topic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ここに書いていく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0FFAB-1449-48C7-8BD1-05D6B70D271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9354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363</TotalTime>
  <Words>12</Words>
  <Application>Microsoft Macintosh PowerPoint</Application>
  <PresentationFormat>画面に合わせる 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Arial</vt:lpstr>
      <vt:lpstr>Calibri</vt:lpstr>
      <vt:lpstr>Wingdings</vt:lpstr>
      <vt:lpstr>Office テーマ</vt:lpstr>
      <vt:lpstr>タイトル</vt:lpstr>
      <vt:lpstr>Topic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Taro</dc:creator>
  <cp:lastModifiedBy>岡本　雄哉</cp:lastModifiedBy>
  <cp:revision>65</cp:revision>
  <dcterms:created xsi:type="dcterms:W3CDTF">2015-09-16T05:55:35Z</dcterms:created>
  <dcterms:modified xsi:type="dcterms:W3CDTF">2026-04-27T06:10:25Z</dcterms:modified>
</cp:coreProperties>
</file>