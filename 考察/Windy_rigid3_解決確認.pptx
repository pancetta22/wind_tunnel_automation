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【解決】揚力傾斜の系統差 = デジボル接触不良が真因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12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rigid3（接触修正後）で旧データと一致。揚力傾斜は ±5° で算出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揚力傾斜 dCl/dα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76C"/>
                </a:solidFill>
              </a:rPr>
              <a:t>3.87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85"/>
                </a:solidFill>
              </a:rPr>
              <a:t>/rad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24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旧3.94 と一致（0.98×）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657600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ゼロ揚力角 α₀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76C"/>
                </a:solidFill>
              </a:rPr>
              <a:t>0.77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85"/>
                </a:solidFill>
              </a:rPr>
              <a:t>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24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旧0.5〜0.7 と一致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05840"/>
            <a:ext cx="3749039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風速 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76C"/>
                </a:solidFill>
              </a:rPr>
              <a:t>13.11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85"/>
                </a:solidFill>
              </a:rPr>
              <a:t>m/s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724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旧12.2より高風速でも傾斜同じ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11430000" cy="278892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A3C"/>
                </a:solidFill>
              </a:rPr>
              <a:t>結論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 b="1">
                <a:solidFill>
                  <a:srgbClr val="217A3C"/>
                </a:solidFill>
              </a:rPr>
              <a:t>■ 接触不良を直したら、揚力傾斜 3.87/rad ＝ 旧3.94/rad とほぼ完全一致。1.14〜1.29×の差は消滅</a:t>
            </a:r>
          </a:p>
          <a:p>
            <a:pPr>
              <a:spcBef>
                <a:spcPts val="900"/>
              </a:spcBef>
            </a:pPr>
            <a:r>
              <a:rPr sz="1350" b="0">
                <a:solidFill>
                  <a:srgbClr val="1A1A2E"/>
                </a:solidFill>
              </a:rPr>
              <a:t>■ rigid3 は U=13.11 m/s（旧より高風速）でも傾斜は同じ → 同じ翼なら傾斜は風速によらない（無次元化が正しく機能）</a:t>
            </a:r>
          </a:p>
          <a:p>
            <a:pPr>
              <a:spcBef>
                <a:spcPts val="900"/>
              </a:spcBef>
            </a:pPr>
            <a:r>
              <a:rPr sz="1350" b="1">
                <a:solidFill>
                  <a:srgbClr val="C0392B"/>
                </a:solidFill>
              </a:rPr>
              <a:t>■ 真犯人：差圧電圧（デジボル）の接触不良 → mV過小 → 動圧q過小 → Cl=L/q が過大 → 傾斜が過大に見えていた</a:t>
            </a:r>
          </a:p>
          <a:p>
            <a:pPr>
              <a:spcBef>
                <a:spcPts val="900"/>
              </a:spcBef>
            </a:pPr>
            <a:r>
              <a:rPr sz="1350" b="0">
                <a:solidFill>
                  <a:srgbClr val="5A6A85"/>
                </a:solidFill>
              </a:rPr>
              <a:t>■ これまで疑った マウント/センサFy軸/定格/処理/空力弾性 は すべて無罪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推移：605 → 608 → 610 → rigid3（剛体 NACA0012, ±5°）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12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記録mVが低い＝接触不良が酷い ほど 傾斜が過大に出ていた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実験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17957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記録mV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1795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記録 dCl/dα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17957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真mV1320へ補正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17957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6362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824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旧 平均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824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1165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682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3.94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6824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6824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基準（正常）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30552"/>
            <a:ext cx="11430000" cy="566928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494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新0605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494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1054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494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4.92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2494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→3.90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24942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接触最悪→mV最低→傾斜最大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9748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8163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新0608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816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1169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816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4.44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8163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→3.92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8163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64408"/>
            <a:ext cx="11430000" cy="566928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新0610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383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1157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4.49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→3.92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383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31336"/>
            <a:ext cx="11430000" cy="566928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950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新 rigid3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9502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1332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950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3.87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9502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実測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9502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接触修正後→補正不要で旧に一致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37760"/>
            <a:ext cx="11430000" cy="132588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6D00"/>
                </a:solidFill>
              </a:rPr>
              <a:t>読み方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3949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>
                <a:solidFill>
                  <a:srgbClr val="1A1A2E"/>
                </a:solidFill>
              </a:rPr>
              <a:t>■ 0605は記録mVが1054と最低（接触が最悪）→ 傾斜4.92と最大。接触の程度がそのまま傾斜の過大さに対応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217A3C"/>
                </a:solidFill>
              </a:rPr>
              <a:t>■ 真mV=1320へ補正すると 0605/0608/0610 すべて 約3.9/rad に収束。rigid3は実測で既に3.87（補正不要）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真因の整理：『傾斜』と『α₀』は別原因だった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23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① 揚力傾斜 1.14〜1.29× → デジボル接触不良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b="1">
                <a:solidFill>
                  <a:srgbClr val="C0392B"/>
                </a:solidFill>
              </a:rPr>
              <a:t>■ 差圧電圧の接触不良で mV が過小に読めていた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mV低 → 風速U低 → 動圧q低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Cl = L / q なので q過小 → Cl・傾斜が過大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217A3C"/>
                </a:solidFill>
              </a:rPr>
              <a:t>■ 接触修正(rigid3, mV=1332)で 3.87/rad＝旧に一致</a:t>
            </a:r>
          </a:p>
          <a:p>
            <a:pPr lvl="1">
              <a:spcBef>
                <a:spcPts val="600"/>
              </a:spcBef>
            </a:pPr>
            <a:r>
              <a:rPr sz="1100" b="0">
                <a:solidFill>
                  <a:srgbClr val="5A6A85"/>
                </a:solidFill>
              </a:rPr>
              <a:t>・ ※傾斜は風速によらない量。同じ翼なら一定のはずが、</a:t>
            </a:r>
          </a:p>
          <a:p>
            <a:pPr lvl="1">
              <a:spcBef>
                <a:spcPts val="600"/>
              </a:spcBef>
            </a:pPr>
            <a:r>
              <a:rPr sz="1100" b="0">
                <a:solidFill>
                  <a:srgbClr val="5A6A85"/>
                </a:solidFill>
              </a:rPr>
              <a:t>・   qの誤りで膨らんで見えていた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623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EB4"/>
                </a:solidFill>
              </a:rPr>
              <a:t>② ゼロ揚力角 α₀ のズレ → 取付角（マウント）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 b="0">
                <a:solidFill>
                  <a:srgbClr val="1A1A2E"/>
                </a:solidFill>
              </a:rPr>
              <a:t>■ 605: α₀=1.44° → 608:0.93 → 610:0.75 → rigid3:0.77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217A3C"/>
                </a:solidFill>
              </a:rPr>
              <a:t>■ 再マウントで取付角が改善し旧（0.5〜0.7）へ収束</a:t>
            </a:r>
          </a:p>
          <a:p>
            <a:pPr>
              <a:spcBef>
                <a:spcPts val="700"/>
              </a:spcBef>
            </a:pPr>
            <a:r>
              <a:rPr sz="1250" b="0">
                <a:solidFill>
                  <a:srgbClr val="1A1A2E"/>
                </a:solidFill>
              </a:rPr>
              <a:t>■ α₀は q補正の影響を受けない（Cl=0の位置は不変）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C0392B"/>
                </a:solidFill>
              </a:rPr>
              <a:t>■ → デジボルとは独立した別問題だった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11430000" cy="17373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潰してきた容疑者（すべて無罪と確認済み）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ソフト/ロガー（瞬時値一致）・センサFz較正(おもり0.25%)・定格Limit・後処理(新旧同一)・整定時間・三角関数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C0392B"/>
                </a:solidFill>
              </a:rPr>
              <a:t>■ マウントねじれ柔性（空力弾性）も不要に → 真因はデジボル接触不良で確定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146304" cy="64008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まとめ：謎の解決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solidFill>
            <a:srgbClr val="142A55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1">
                <a:solidFill>
                  <a:srgbClr val="FFFFFF"/>
                </a:solidFill>
              </a:rPr>
              <a:t>■ 揚力傾斜の系統差（最大1.29×）の真因 = 差圧デジボルの接触不良（mV過小→q過小→Cl過大）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C8F0D8"/>
                </a:solidFill>
              </a:rPr>
              <a:t>■ 接触修正後の rigid3 で 3.87/rad ＝ 旧3.94/rad と一致 → 解決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solidFill>
            <a:srgbClr val="142A55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0">
                <a:solidFill>
                  <a:srgbClr val="FFFFFF"/>
                </a:solidFill>
              </a:rPr>
              <a:t>■ α₀のズレは別問題（取付角）で、再マウントにより既に解消</a:t>
            </a:r>
          </a:p>
          <a:p>
            <a:pPr>
              <a:spcBef>
                <a:spcPts val="800"/>
              </a:spcBef>
            </a:pPr>
            <a:r>
              <a:rPr sz="1350" b="0">
                <a:solidFill>
                  <a:srgbClr val="C8D8F0"/>
                </a:solidFill>
              </a:rPr>
              <a:t>■ マウント/センサ/定格/処理/空力弾性 はすべて無罪と確認済み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solidFill>
            <a:srgbClr val="102A18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7A3C"/>
                </a:solidFill>
              </a:rPr>
              <a:t>今後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</a:rPr>
              <a:t>■ デジボルの接触を点検項目に追加（計測前にmV妥当性チェック）。過去の新データは真mVが分かれば補正可能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