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260608 実験結果：過去データへ大きく改善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51206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C8F0"/>
                </a:solidFill>
              </a:rPr>
              <a:t>風速も旧レベルに復帰。揚力傾斜 1.29× → 1.14×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22860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揚力傾斜 dCl/dα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A376C"/>
                </a:solidFill>
              </a:rPr>
              <a:t>4.30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85"/>
                </a:solidFill>
              </a:rPr>
              <a:t>/rad（旧3.76 / 新605=4.86）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旧比 1.14×（605は1.29×）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05840"/>
            <a:ext cx="3657600" cy="22860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ゼロ揚力角 α₀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A376C"/>
                </a:solidFill>
              </a:rPr>
              <a:t>0.93°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85"/>
                </a:solidFill>
              </a:rPr>
              <a:t>（旧0.5〜0.7 / 新605=1.45）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NACA0012理論0°へ接近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005840"/>
            <a:ext cx="3749039" cy="22860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最大揚力 Cl_max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508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A376C"/>
                </a:solidFill>
              </a:rPr>
              <a:t>0.914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85"/>
                </a:solidFill>
              </a:rPr>
              <a:t>@16°（旧0.81 / 新605=1.045）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旧へ接近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74720"/>
            <a:ext cx="1143000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ポイント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77639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50" b="1">
                <a:solidFill>
                  <a:srgbClr val="217A3C"/>
                </a:solidFill>
              </a:rPr>
              <a:t>■ 605→608で全指標（傾斜・α₀・Cl_max）が一斉に旧へ接近</a:t>
            </a:r>
          </a:p>
          <a:p>
            <a:pPr>
              <a:spcBef>
                <a:spcPts val="900"/>
              </a:spcBef>
            </a:pPr>
            <a:r>
              <a:rPr sz="1350" b="0">
                <a:solidFill>
                  <a:srgbClr val="1A1A2E"/>
                </a:solidFill>
              </a:rPr>
              <a:t>■ 風速も旧レベルに復帰（mV 1056→1171、U 11.65→12.29 m/s）</a:t>
            </a:r>
          </a:p>
          <a:p>
            <a:pPr>
              <a:spcBef>
                <a:spcPts val="900"/>
              </a:spcBef>
            </a:pPr>
            <a:r>
              <a:rPr sz="1350" b="1">
                <a:solidFill>
                  <a:srgbClr val="C0392B"/>
                </a:solidFill>
              </a:rPr>
              <a:t>■ 結果が「実験のやり直し（物理セットアップ変更）」で動いた → マウント依存＝物理要因の強い証拠</a:t>
            </a:r>
          </a:p>
          <a:p>
            <a:pPr>
              <a:spcBef>
                <a:spcPts val="900"/>
              </a:spcBef>
            </a:pPr>
            <a:r>
              <a:rPr sz="1350" b="0">
                <a:solidFill>
                  <a:srgbClr val="5A6A85"/>
                </a:solidFill>
              </a:rPr>
              <a:t>■ ソフト・後処理は固定（不変）なので、変わったのは物理側のみ</a:t>
            </a:r>
          </a:p>
          <a:p>
            <a:pPr>
              <a:spcBef>
                <a:spcPts val="900"/>
              </a:spcBef>
            </a:pPr>
            <a:r>
              <a:rPr sz="1350" b="1">
                <a:solidFill>
                  <a:srgbClr val="D96D00"/>
                </a:solidFill>
              </a:rPr>
              <a:t>■ ただし まだ旧比 1.14× 残存 → 完全解決ではない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過去データとの比較（剛体 NACA0012）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3385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13385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13385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U[m/s]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3385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dCl/dα[/rad]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13385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α₀[°]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13385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Cl_max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1338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旧比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17904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3677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旧260520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6367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1165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6367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12.23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6367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3.76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6367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6367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63677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84832"/>
            <a:ext cx="11430000" cy="566928"/>
          </a:xfrm>
          <a:prstGeom prst="rect">
            <a:avLst/>
          </a:prstGeom>
          <a:solidFill>
            <a:srgbClr val="ECF1F8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20370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旧260430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2037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1166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20370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12.08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2037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3.76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20370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20370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037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651760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7706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旧251020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27706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1163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27706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12.11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7706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3.77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7706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0.52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7706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0.79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7706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18688"/>
            <a:ext cx="11430000" cy="566928"/>
          </a:xfrm>
          <a:prstGeom prst="rect">
            <a:avLst/>
          </a:prstGeom>
          <a:solidFill>
            <a:srgbClr val="ECF1F8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337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新605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3337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1056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337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11.65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337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4.86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337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337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1.045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1.29×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785616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9044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新605_2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39044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1041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39044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11.55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39044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4.89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39044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1.36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3904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1.058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39044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1.30×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352544"/>
            <a:ext cx="11430000" cy="566928"/>
          </a:xfrm>
          <a:prstGeom prst="rect">
            <a:avLst/>
          </a:prstGeom>
          <a:solidFill>
            <a:srgbClr val="FDF0DE"/>
          </a:solidFill>
          <a:ln w="25400">
            <a:solidFill>
              <a:srgbClr val="D9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47141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新608 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44714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1171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447141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12.29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44714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4.30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447141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0.93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44714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0.914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447141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1.14×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212080"/>
            <a:ext cx="11430000" cy="105156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76C"/>
                </a:solidFill>
              </a:rPr>
              <a:t>傾向：旧(3.76) ← 新608(4.30) ← 新605(4.86)。608は旧と605の中間で、旧側へ大きく移動。風速も旧と一致。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A85"/>
                </a:solidFill>
              </a:rPr>
              <a:t>※ 260608はPofst_00.00重複（実験再開時の余りファイル）を除外して処理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解釈と次の一手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6235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何がわかったか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349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217A3C"/>
                </a:solidFill>
              </a:rPr>
              <a:t>■ 再マウント（物理変更）で傾斜・α₀が同時に改善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2E"/>
                </a:solidFill>
              </a:rPr>
              <a:t>■ → 揚力測定は「マウント／水平荷重経路」に依存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A6A85"/>
                </a:solidFill>
              </a:rPr>
              <a:t>■ ソフト・処理・風速ではない（固定／正常）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2E"/>
                </a:solidFill>
              </a:rPr>
              <a:t>■ これまでの容疑除外と完全に整合：</a:t>
            </a:r>
          </a:p>
          <a:p>
            <a:pPr lvl="1">
              <a:spcBef>
                <a:spcPts val="600"/>
              </a:spcBef>
            </a:pPr>
            <a:r>
              <a:rPr sz="1150" b="0">
                <a:solidFill>
                  <a:srgbClr val="C0392B"/>
                </a:solidFill>
              </a:rPr>
              <a:t>・ 残る本命＝マウント幾何・水平荷重経路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05840"/>
            <a:ext cx="5623560" cy="310896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6D00"/>
                </a:solidFill>
              </a:rPr>
              <a:t>まだ残る課題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349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C0392B"/>
                </a:solidFill>
              </a:rPr>
              <a:t>■ 旧比 1.14× がまだ残存（605の1.29×からは改善）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2E"/>
                </a:solidFill>
              </a:rPr>
              <a:t>■ Cl_max・α₀も旧に「近い」が一致はしていない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2E"/>
                </a:solidFill>
              </a:rPr>
              <a:t>■ マウントの詰め（剛性・作用線・再現性）でさらに旧へ寄せられる可能性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97680"/>
            <a:ext cx="11430000" cy="1920240"/>
          </a:xfrm>
          <a:prstGeom prst="rect">
            <a:avLst/>
          </a:prstGeom>
          <a:solidFill>
            <a:srgbClr val="142A55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074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次の一手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 b="1">
                <a:solidFill>
                  <a:srgbClr val="FFFFFF"/>
                </a:solidFill>
              </a:rPr>
              <a:t>■ 605→608で『何を変えたか』を記録（再マウント有無・治具・締結）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C8F0D8"/>
                </a:solidFill>
              </a:rPr>
              <a:t>■ Fy軸の清浄な荷重テスト（鉛直重力）でセンサゲインの最終確認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C8F0D8"/>
                </a:solidFill>
              </a:rPr>
              <a:t>■ マウントの作用線・剛性・再現性を詰め、残り1.14×を旧へ寄せる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